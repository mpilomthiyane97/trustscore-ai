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TrustScore AI: Telecom Fraud Risk Detection for Safer Digital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Africa Ignite Hackathon Submission</a:t>
            </a:r>
          </a:p>
          <a:p>
            <a:pPr>
              <a:defRPr sz="2000"/>
            </a:pPr>
            <a:r>
              <a:t>Team: [Your Team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Digital services often rely on OTP-only verification.</a:t>
            </a:r>
          </a:p>
          <a:p>
            <a:pPr>
              <a:defRPr sz="2000"/>
            </a:pPr>
            <a:r>
              <a:t>Fraud can still happen through SIM swaps, risky devices, and suspicious location patterns.</a:t>
            </a:r>
          </a:p>
          <a:p>
            <a:pPr>
              <a:defRPr sz="2000"/>
            </a:pPr>
            <a:r>
              <a:t>Teams need real-time telecom intelligence before approving sensitive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Build an API-first fraud risk engine for phone-number based workflows.</a:t>
            </a:r>
          </a:p>
          <a:p>
            <a:pPr>
              <a:defRPr sz="2000"/>
            </a:pPr>
            <a:r>
              <a:t>Return explainable risk decisions: TrustScore, level, breakdown, and action.</a:t>
            </a:r>
          </a:p>
          <a:p>
            <a:pPr>
              <a:defRPr sz="2000"/>
            </a:pPr>
            <a:r>
              <a:t>Keep integration simple for fintech and mobile-first products.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Input phone number via UI or API.</a:t>
            </a:r>
          </a:p>
          <a:p>
            <a:pPr>
              <a:defRPr sz="2000"/>
            </a:pPr>
            <a:r>
              <a:t>Fetch telecom signals: SIM swap, device status, location verification.</a:t>
            </a:r>
          </a:p>
          <a:p>
            <a:pPr>
              <a:defRPr sz="2000"/>
            </a:pPr>
            <a:r>
              <a:t>Normalize raw responses into deterministic booleans.</a:t>
            </a:r>
          </a:p>
          <a:p>
            <a:pPr>
              <a:defRPr sz="2000"/>
            </a:pPr>
            <a:r>
              <a:t>Compute weighted TrustScore and return explainable output.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Frontend: React + Vite + TypeScript</a:t>
            </a:r>
          </a:p>
          <a:p>
            <a:pPr>
              <a:defRPr sz="2000"/>
            </a:pPr>
            <a:r>
              <a:t>Backend: Node.js + Express + TypeScript</a:t>
            </a:r>
          </a:p>
          <a:p>
            <a:pPr>
              <a:defRPr sz="2000"/>
            </a:pPr>
            <a:r>
              <a:t>Validation: Zod</a:t>
            </a:r>
          </a:p>
          <a:p>
            <a:pPr>
              <a:defRPr sz="2000"/>
            </a:pPr>
            <a:r>
              <a:t>External APIs: Nokia Network as Code</a:t>
            </a:r>
          </a:p>
          <a:p>
            <a:pPr>
              <a:defRPr sz="2000"/>
            </a:pPr>
            <a:r>
              <a:t>Security: API key auth + rate limiting + structured error handling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Scoring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SIM swap detected: +40</a:t>
            </a:r>
          </a:p>
          <a:p>
            <a:pPr>
              <a:defRPr sz="2000"/>
            </a:pPr>
            <a:r>
              <a:t>Device risk signal detected: +20</a:t>
            </a:r>
          </a:p>
          <a:p>
            <a:pPr>
              <a:defRPr sz="2000"/>
            </a:pPr>
            <a:r>
              <a:t>Location anomaly detected: +20</a:t>
            </a:r>
          </a:p>
          <a:p>
            <a:pPr>
              <a:defRPr sz="2000"/>
            </a:pPr>
            <a:r>
              <a:t>TrustScore = min(100, sum(signal_points))</a:t>
            </a:r>
          </a:p>
          <a:p>
            <a:pPr>
              <a:defRPr sz="2000"/>
            </a:pPr>
            <a:r>
              <a:t>LOW: 0-39 | MEDIUM: 40-69 | HIGH: 70-100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TrustScore: 80/100</a:t>
            </a:r>
          </a:p>
          <a:p>
            <a:pPr>
              <a:defRPr sz="2000"/>
            </a:pPr>
            <a:r>
              <a:t>Risk Level: HIGH</a:t>
            </a:r>
          </a:p>
          <a:p>
            <a:pPr>
              <a:defRPr sz="2000"/>
            </a:pPr>
            <a:r>
              <a:t>SIM Swap detected (+40)</a:t>
            </a:r>
          </a:p>
          <a:p>
            <a:pPr>
              <a:defRPr sz="2000"/>
            </a:pPr>
            <a:r>
              <a:t>Device Status detected (+20)</a:t>
            </a:r>
          </a:p>
          <a:p>
            <a:pPr>
              <a:defRPr sz="2000"/>
            </a:pPr>
            <a:r>
              <a:t>Location anomaly detected (+20)</a:t>
            </a:r>
          </a:p>
          <a:p>
            <a:pPr>
              <a:defRPr sz="2000"/>
            </a:pPr>
            <a:r>
              <a:t>Recommended action: BLOCK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 in Africa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Reduces account takeover and payment fraud risk.</a:t>
            </a:r>
          </a:p>
          <a:p>
            <a:pPr>
              <a:defRPr sz="2000"/>
            </a:pPr>
            <a:r>
              <a:t>Improves trust in mobile money and digital onboarding.</a:t>
            </a:r>
          </a:p>
          <a:p>
            <a:pPr>
              <a:defRPr sz="2000"/>
            </a:pPr>
            <a:r>
              <a:t>Supports safer financial inclusion with explainable decisions.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Working backend risk API and logs</a:t>
            </a:r>
          </a:p>
          <a:p>
            <a:pPr>
              <a:defRPr sz="2000"/>
            </a:pPr>
            <a:r>
              <a:t>Working frontend chat demo</a:t>
            </a:r>
          </a:p>
          <a:p>
            <a:pPr>
              <a:defRPr sz="2000"/>
            </a:pPr>
            <a:r>
              <a:t>Live telecom intelligence integration for 3 core signals</a:t>
            </a:r>
          </a:p>
          <a:p>
            <a:pPr>
              <a:defRPr sz="2000"/>
            </a:pPr>
            <a:r>
              <a:t>Clear documentation and Postman-testable 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Tenant-specific score tuning</a:t>
            </a:r>
          </a:p>
          <a:p>
            <a:pPr>
              <a:defRPr sz="2000"/>
            </a:pPr>
            <a:r>
              <a:t>Feedback loop from fraud outcomes</a:t>
            </a:r>
          </a:p>
          <a:p>
            <a:pPr>
              <a:defRPr sz="2000"/>
            </a:pPr>
            <a:r>
              <a:t>Analyst dashboard and trend monitoring</a:t>
            </a:r>
          </a:p>
          <a:p>
            <a:pPr>
              <a:defRPr sz="2000"/>
            </a:pPr>
            <a:r>
              <a:t>Expanded provider and carrier coverage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1-Minute Demo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Enter phone number</a:t>
            </a:r>
          </a:p>
          <a:p>
            <a:pPr>
              <a:defRPr sz="2000"/>
            </a:pPr>
            <a:r>
              <a:t>2. Trigger risk check</a:t>
            </a:r>
          </a:p>
          <a:p>
            <a:pPr>
              <a:defRPr sz="2000"/>
            </a:pPr>
            <a:r>
              <a:t>3. Show score + level</a:t>
            </a:r>
          </a:p>
          <a:p>
            <a:pPr>
              <a:defRPr sz="2000"/>
            </a:pPr>
            <a:r>
              <a:t>4. Explain signal-by-signal points</a:t>
            </a:r>
          </a:p>
          <a:p>
            <a:pPr>
              <a:defRPr sz="2000"/>
            </a:pPr>
            <a:r>
              <a:t>5. Show recommended action and source metadata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TrustScore AI delivers practical, explainable telecom fraud intelligence.</a:t>
            </a:r>
          </a:p>
          <a:p>
            <a:pPr>
              <a:defRPr sz="2000"/>
            </a:pPr>
            <a:r>
              <a:t>Thank you.</a:t>
            </a:r>
          </a:p>
          <a:p>
            <a:pPr>
              <a:defRPr sz="2000"/>
            </a:pPr>
            <a:r>
              <a:t>Repository: [GitHub URL]</a:t>
            </a:r>
          </a:p>
          <a:p>
            <a:pPr>
              <a:defRPr sz="2000"/>
            </a:pPr>
            <a:r>
              <a:t>Demo: [Demo URL]</a:t>
            </a:r>
          </a:p>
          <a:p>
            <a:pPr>
              <a:defRPr sz="2000"/>
            </a:pPr>
            <a:r>
              <a:t>Video: [YouTube/Vimeo URL]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